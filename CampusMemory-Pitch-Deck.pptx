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2a31f55be54f54" /><Relationship Type="http://schemas.openxmlformats.org/officeDocument/2006/relationships/extended-properties" Target="/docProps/app.xml" Id="R6fbaf973231b4d3c" /><Relationship Type="http://schemas.openxmlformats.org/officeDocument/2006/relationships/officeDocument" Target="/ppt/presentation.xml" Id="R9b8c4ff015fd4d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dc87aa372f41c5"/>
  </p:sldMasterIdLst>
  <p:notesMasterIdLst>
    <p:notesMasterId xmlns:r="http://schemas.openxmlformats.org/officeDocument/2006/relationships" r:id="R95177f311bd54666"/>
  </p:notesMasterIdLst>
  <p:sldIdLst>
    <p:sldId xmlns:r="http://schemas.openxmlformats.org/officeDocument/2006/relationships" id="256" r:id="Rd0e2d8af1d6a4c27"/>
    <p:sldId xmlns:r="http://schemas.openxmlformats.org/officeDocument/2006/relationships" id="257" r:id="Rd22f660696a64fb8"/>
    <p:sldId xmlns:r="http://schemas.openxmlformats.org/officeDocument/2006/relationships" id="258" r:id="R75d934bf12d74b57"/>
    <p:sldId xmlns:r="http://schemas.openxmlformats.org/officeDocument/2006/relationships" id="259" r:id="R9a3a448412b74933"/>
    <p:sldId xmlns:r="http://schemas.openxmlformats.org/officeDocument/2006/relationships" id="260" r:id="R3e2946d7de174f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3739d27caa4e54" /><Relationship Type="http://schemas.openxmlformats.org/officeDocument/2006/relationships/slideMaster" Target="/ppt/slideMasters/slideMaster1.xml" Id="Rf1dc87aa372f41c5" /><Relationship Type="http://schemas.openxmlformats.org/officeDocument/2006/relationships/notesMaster" Target="/ppt/notesMasters/notesMaster1.xml" Id="R95177f311bd54666" /><Relationship Type="http://schemas.openxmlformats.org/officeDocument/2006/relationships/presProps" Target="/ppt/presProps.xml" Id="R0d71267385f34f63" /><Relationship Type="http://schemas.openxmlformats.org/officeDocument/2006/relationships/tableStyles" Target="/ppt/tableStyles.xml" Id="Rcf455a44d3cd41aa" /><Relationship Type="http://schemas.openxmlformats.org/officeDocument/2006/relationships/slide" Target="/ppt/slides/slide1.xml" Id="Rd0e2d8af1d6a4c27" /><Relationship Type="http://schemas.openxmlformats.org/officeDocument/2006/relationships/slide" Target="/ppt/slides/slide2.xml" Id="Rd22f660696a64fb8" /><Relationship Type="http://schemas.openxmlformats.org/officeDocument/2006/relationships/slide" Target="/ppt/slides/slide3.xml" Id="R75d934bf12d74b57" /><Relationship Type="http://schemas.openxmlformats.org/officeDocument/2006/relationships/slide" Target="/ppt/slides/slide4.xml" Id="R9a3a448412b74933" /><Relationship Type="http://schemas.openxmlformats.org/officeDocument/2006/relationships/slide" Target="/ppt/slides/slide5.xml" Id="R3e2946d7de17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438b7399ae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91bffef0d94922" /><Relationship Type="http://schemas.openxmlformats.org/officeDocument/2006/relationships/notesMaster" Target="/ppt/notesMasters/notesMaster1.xml" Id="R8158b6c0aac14f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ca9783b768477c" /><Relationship Type="http://schemas.openxmlformats.org/officeDocument/2006/relationships/notesMaster" Target="/ppt/notesMasters/notesMaster1.xml" Id="R5a0c8dd78edb4a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83a0d4d72a4fbc" /><Relationship Type="http://schemas.openxmlformats.org/officeDocument/2006/relationships/notesMaster" Target="/ppt/notesMasters/notesMaster1.xml" Id="R10f8d12f706f45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3ba55b7e25485b" /><Relationship Type="http://schemas.openxmlformats.org/officeDocument/2006/relationships/notesMaster" Target="/ppt/notesMasters/notesMaster1.xml" Id="Rd9383d90856447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156c52d8d24ca9" /><Relationship Type="http://schemas.openxmlformats.org/officeDocument/2006/relationships/notesMaster" Target="/ppt/notesMasters/notesMaster1.xml" Id="Ra1262259ecbb4a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6973e2f4e4b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e6f8ac1fe947f7" /><Relationship Type="http://schemas.openxmlformats.org/officeDocument/2006/relationships/slideLayout" Target="/ppt/slideLayouts/slideLayout1.xml" Id="R6402bc16c6a84f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2bc16c6a84f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c673e22514ecb" /><Relationship Type="http://schemas.openxmlformats.org/officeDocument/2006/relationships/notesSlide" Target="/ppt/notesSlides/notesSlide1.xml" Id="Rc2914df9ac054b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4d3568dcd4b33" /><Relationship Type="http://schemas.openxmlformats.org/officeDocument/2006/relationships/notesSlide" Target="/ppt/notesSlides/notesSlide2.xml" Id="R8152953c57c5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a4351b8f44bd1" /><Relationship Type="http://schemas.openxmlformats.org/officeDocument/2006/relationships/notesSlide" Target="/ppt/notesSlides/notesSlide3.xml" Id="Rb6c9b814c2b0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7bab437384f80" /><Relationship Type="http://schemas.openxmlformats.org/officeDocument/2006/relationships/notesSlide" Target="/ppt/notesSlides/notesSlide4.xml" Id="Rf1c46dce9d204c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3cb3a03c3468a" /><Relationship Type="http://schemas.openxmlformats.org/officeDocument/2006/relationships/notesSlide" Target="/ppt/notesSlides/notesSlide5.xml" Id="R6e761bd60b174e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4BD05-DD54-4C47-A836-B0C13F04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QWEN CLOUD · MEMORYAGENT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39E5C-89D3-4B1F-8457-8065B47A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F46C1-A646-4D27-A6A1-253EB376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525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CampusMemory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06D35-1D65-4051-A13C-6438CB4D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7239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A learning coach that remembers what matters—
and lets students stay in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412DF-299E-45CA-BBB6-CEE5EB11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2857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3F35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D94B4-A6C1-4917-8853-F33D1061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FF63"/>
                </a:solidFill>
                <a:latin typeface="Aptos"/>
                <a:ea typeface="Aptos"/>
                <a:cs typeface="Aptos"/>
              </a:defRPr>
            </a:pPr>
            <a:r>
              <a:t>EXTRACT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18152-5771-46D8-9C39-A8D77DE8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478CB-07FA-4666-BC4A-283542F5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DD61A-DF2E-46E6-AEBD-B8D8FFA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Qwen Cloud Global AI Hackathon · 2026</a:t>
            </a:r>
          </a:p>
        </p:txBody>
      </p:sp>
    </p:spTree>
    <p:extLst>
      <p:ext uri="{BB962C8B-B14F-4D97-AF65-F5344CB8AC3E}">
        <p14:creationId xmlns:p14="http://schemas.microsoft.com/office/powerpoint/2010/main" val="507641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28CB1-2695-46CA-B6BE-C3028EAF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QWEN CLOUD · MEMORYAGENT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D34DB-D2B6-4CA9-B5CC-975118E5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C1B4B-3C9E-462F-8732-B65AC093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076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70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Stateless chat makes every study session start from 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A66F2-C1F7-4FE1-B5FB-EF49AB3E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0763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Students repeat goals, schedules and skill levels. Hidden stale context can be worse than no context at 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BFEF3-ABC9-4688-95B1-E14E5AB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5429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CEFE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B827C-2E9D-4BF5-A352-0F61CA6E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5429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63F3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E1542-3CFA-4BE7-8CFB-557AB5B8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Generic 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57085-333C-4029-B026-824AA5DF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Replays full history
Forgets between sessions
Hides what it assumes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3FDD1-0F6F-4F44-BBB5-612639D0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FF63"/>
                </a:solidFill>
                <a:latin typeface="Aptos"/>
                <a:ea typeface="Aptos"/>
                <a:cs typeface="Aptos"/>
              </a:defRPr>
            </a:pPr>
            <a:r>
              <a:t>CampusMemory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0494E-0C5E-432D-B06C-F0B24B93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814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Stores durable facts
Recalls a bounded top five
Shows every memory used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71A29-0C63-4D02-9A76-0C1D9FA3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THE DESIGN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8EB1F-267F-49B9-8FAD-A26B6965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14975"/>
            <a:ext cx="857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How can memory improve personalization without becoming a black box?</a:t>
            </a:r>
          </a:p>
        </p:txBody>
      </p:sp>
    </p:spTree>
    <p:extLst>
      <p:ext uri="{BB962C8B-B14F-4D97-AF65-F5344CB8AC3E}">
        <p14:creationId xmlns:p14="http://schemas.microsoft.com/office/powerpoint/2010/main" val="668490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7941E-A12B-4B44-85B3-760E0746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QWEN CLOUD · MEMORYAGENT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7D027-98E7-44A1-92D1-ED351FE5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B1023-2141-42DB-A4D1-5D68811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0763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A complete memory lifecycle—not just a database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914400" y="2857500"/>
            <a:ext cx="88582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3F35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401EE-1D64-4254-8681-6B576FCF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F63"/>
          </a:solidFill>
          <a:ln xmlns:a="http://schemas.openxmlformats.org/drawingml/2006/main" w="38100">
            <a:solidFill>
              <a:srgbClr val="163F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8E004-925A-421F-A60E-7B8590C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F63"/>
          </a:solidFill>
          <a:ln xmlns:a="http://schemas.openxmlformats.org/drawingml/2006/main" w="38100">
            <a:solidFill>
              <a:srgbClr val="163F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DE897-FCF3-41F3-B6DD-305E7F5B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F63"/>
          </a:solidFill>
          <a:ln xmlns:a="http://schemas.openxmlformats.org/drawingml/2006/main" w="38100">
            <a:solidFill>
              <a:srgbClr val="163F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F58EB-1E79-40FB-917E-81DF8949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6D6C4-64BA-4A48-8FD1-38C80846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FA0DB-7DAF-4CDF-A272-2170BA67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8600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EF1E7-12E0-4170-9F55-D6537C8B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571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Extract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12746-411F-4A65-BFC7-134E1FE1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7146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Qwen structured output turns conversation into typed, stable memory keys.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DD806-2C4A-4209-BED4-6E4AEEA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29000"/>
            <a:ext cx="2571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Retrieve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5B39A-9F1E-43CF-8101-3042D75B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00500"/>
            <a:ext cx="27146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Top-five context ranks importance, keyword relevance and recency.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75D4E-6C87-4151-AB41-1D64BEF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29000"/>
            <a:ext cx="2571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Evolve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6CA91-A5DF-4DBA-B8AB-A884BFC8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00500"/>
            <a:ext cx="3143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New facts replace conflicts; TTL and user action deactivate stale memory.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A2976-FFA3-4B7C-8EBD-4D7641BF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55% importance  +  30% relevance  +  15% recency</a:t>
            </a:r>
          </a:p>
        </p:txBody>
      </p:sp>
    </p:spTree>
    <p:extLst>
      <p:ext uri="{BB962C8B-B14F-4D97-AF65-F5344CB8AC3E}">
        <p14:creationId xmlns:p14="http://schemas.microsoft.com/office/powerpoint/2010/main" val="1308355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D44FC-2CA7-4AD8-9EF2-BC0DE655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QWEN CLOUD · MEMORYAGENT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D99E4-45AA-48FF-BD5A-3EFAE786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A4DBC-1D86-4A6C-BB79-A28EA17E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081087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32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Three short sessions prove the agent is actually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6DF60-8B82-4D13-8CB6-3AD80056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048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The learner sees the same state transition that the system executes.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6E8F7-4B23-40F0-AF06-647414AD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35814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CEFE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47769-3679-4A09-8472-62F7299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SESSION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A32FF-58A1-4EC0-8A49-F9F9BBE5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10F64-908F-41A2-88B2-3F7938D8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“Java backend, internship goal, 1 hour/day.”
Three durable memories appear.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CE61E-3B4E-4CE6-BB32-F2BB1C59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4625"/>
            <a:ext cx="35814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CEFE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1346A-9EC3-40BC-A45E-9279DDA3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SESSION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939AB-CF25-4226-B270-BF60F678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9324F-AD33-4E4B-9123-F043A747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A new session asks for a plan.
The memory trace shows scores.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102CA-A6D0-4D2D-842D-9C4BC855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35814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3F3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3892E-EE62-4BD2-9260-5C620E4A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FF63"/>
                </a:solidFill>
                <a:latin typeface="Aptos"/>
                <a:ea typeface="Aptos"/>
                <a:cs typeface="Aptos"/>
              </a:defRPr>
            </a:pPr>
            <a:r>
              <a:t>SESSION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7976D-343A-43C6-8AAC-3B692A11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4034B-3855-47C0-B24B-1AFE934F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910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“Now 2 hours/day.”
The old constraint becomes superseded.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C46F3-C4AA-419D-B09B-5380EBB7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VISIBLE VAULT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25410-2EC1-4CC2-84C4-9A5B7861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95975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Active · Superseded · Forgotten</a:t>
            </a:r>
          </a:p>
        </p:txBody>
      </p:sp>
    </p:spTree>
    <p:extLst>
      <p:ext uri="{BB962C8B-B14F-4D97-AF65-F5344CB8AC3E}">
        <p14:creationId xmlns:p14="http://schemas.microsoft.com/office/powerpoint/2010/main" val="1540623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89967-93B7-4302-B52E-1C97B27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QWEN CLOUD · MEMORYAGENT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F1C90-E306-4D8A-9835-2D17520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8F9D7-EAE1-4615-A0D6-E5B72595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81915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3201B"/>
                </a:solidFill>
                <a:latin typeface="Aptos"/>
                <a:ea typeface="Aptos"/>
                <a:cs typeface="Aptos"/>
              </a:defRPr>
            </a:pPr>
            <a:r>
              <a:t>Memory should be
transparent, bounded
and user-controlled.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80BED-7E9B-4A20-A073-A675FC77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524125" cy="2524125"/>
          </a:xfrm>
          <a:prstGeom xmlns:a="http://schemas.openxmlformats.org/drawingml/2006/main" prst="roundRect">
            <a:avLst>
              <a:gd name="adj" fmla="val 6792"/>
            </a:avLst>
          </a:prstGeom>
          <a:solidFill xmlns:a="http://schemas.openxmlformats.org/drawingml/2006/main">
            <a:srgbClr val="D6FF6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53646-E797-4A19-8909-9D6ABD8B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1905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ONE
DEPLOYABLE
CONTAINER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1F44F-16C9-41AC-8279-8F600BA1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F35"/>
                </a:solidFill>
                <a:latin typeface="Aptos"/>
                <a:ea typeface="Aptos"/>
                <a:cs typeface="Aptos"/>
              </a:defRPr>
            </a:pPr>
            <a:r>
              <a:t>Qwen Cloud · Spring Boot · H2 · Docker · Alibaba Cloud ECS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EDC73-3769-405A-9CEF-F78DE28C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762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t>github.com/REPLACE_WITH_OWNER/campus-memory</a:t>
            </a:r>
          </a:p>
        </p:txBody>
      </p:sp>
    </p:spTree>
    <p:extLst>
      <p:ext uri="{BB962C8B-B14F-4D97-AF65-F5344CB8AC3E}">
        <p14:creationId xmlns:p14="http://schemas.microsoft.com/office/powerpoint/2010/main" val="1147065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2026-07-18T08:35:41.9360000Z</dcterms:created>
  <dcterms:modified xsi:type="dcterms:W3CDTF">2026-07-18T08:35:41.9360000Z</dcterms:modified>
</coreProperties>
</file>